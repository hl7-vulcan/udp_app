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456B-CC30-48B1-1AE1-13A0A1F9D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0BA18-96B7-4B90-701D-61A7E65BC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BFB4D-3391-CCA1-0C99-4E911BB5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B8B3-93F2-C277-5790-9000E8FF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9519-F71D-31CE-5E05-C0B40E93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91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13BA-6818-D13B-D793-9DFE2D93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52A65-2723-5D5C-63A1-E842AB24E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85E1B-0110-4121-4F7B-998120E7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26BBE-F17C-FFF7-C378-902C1EA2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746AD-8553-FE2A-AED1-EA1A365D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32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E069-4FEC-D162-7E65-38E75755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B436D-0DC6-5081-381F-EBA8A186F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DDBF5-50C4-7650-412E-2C406E4C7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621D3-72DA-40E4-FF01-69A174DA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CA39D-40DB-61D6-6B8B-EA039CBA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94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F4EC-4767-CCAE-1FE0-F3B190189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C8CC2-A1C4-C60D-18BE-54E731E46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9464E-CFB8-FBDD-9020-2568BF430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21D60-31D1-CE54-3587-F48240A4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7EA24-956B-3A5A-E197-B10C60ED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821AD-3042-9637-86DC-0183781D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89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5393-7E35-C1BF-2E4E-6F6F7D336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0F3A2-7A83-DF3F-6D16-4E6B1CF8D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C6140-1345-E974-BD3D-F6D44FAAE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03A38F-243A-F688-2C9E-3889AAB5B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C1105-3367-8C3D-DA30-BFB2F091C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DD003-0527-D745-5CDE-7F8A1A5E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15755-C970-0DC6-6137-B010C440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0DC36-3065-4A89-D67E-6E1247CE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42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E0BF-20E8-AB8F-FB86-027FDCE5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FAE33-D971-47AB-AD1F-54643E02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5A1A3-8227-EDA1-2408-B3433A16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6D90A-933A-09CB-9C80-10C4D63B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38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630CD-FF30-CDF9-1F00-DFB9E07A2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A4C98-68DF-2B75-D8FA-ED9D3CAD5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DB299-2266-AB9B-988F-37993874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082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5077-0D15-D8BB-4DDE-179EA9A22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8336-82B4-F2A3-C4F3-14C93A297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C4F7A-7942-D838-3809-58A983914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E3E2B-39DD-2423-D0FA-654104C7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9692C-6677-CA65-8FFD-CC50AD77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03236-F699-8FFA-EBFE-2DCC64A8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7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E874-BD42-5518-5D66-C9CD8BB1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94182A-CA4E-D44B-FAB1-D3EAC9F5C6F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BB905-04D9-E4C8-7559-E59938FBC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1A313-164C-20DB-75BE-739E8179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A582B-1BD8-0BC9-CD52-9CC4701B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DF236-E1FC-8575-C998-2C6B2AEC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03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54D1-68B3-B7A6-766C-AE99DA22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2A809-9353-E8FF-C8C2-14C82DCE1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F35DD-8DEF-3602-97D9-3F36C046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9B881-2E20-68CC-4AF8-48EDCC59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2D355-37C5-CEDE-9DD1-A894E5D3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854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EAB45-694F-8A6B-FA5C-EDE3645CE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8CC7A-DE6C-11A2-C7DF-2B722205A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3170D-6E37-6578-C226-74E9A616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1DDEB-268D-91E8-2380-F2FFDD11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99479-5F11-7B33-1685-FAE5140B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56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7373C-65AF-2E16-4AF3-C040CD298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09761-C2BF-34DC-5401-ECDBB79FF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588EF-AB71-D0AB-0E3B-2CEC4F952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6794A-98F4-44ED-9E4A-393789DBE3D0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D1EDE-D999-2655-87BD-41B6B19C8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365DB-D7BD-DE9C-C283-996F7AEFB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B7928-D5F5-4A6D-8E7A-33A0C15010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88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0EDF24-356E-FAA4-37E4-14D3195A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856" y="316393"/>
            <a:ext cx="4464279" cy="224801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037B61-46D3-5E49-CDC6-44B9384A7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733" y="2757720"/>
            <a:ext cx="2347668" cy="169876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427CEF-8034-7F2E-CEB5-5A1725A8C868}"/>
              </a:ext>
            </a:extLst>
          </p:cNvPr>
          <p:cNvSpPr txBox="1">
            <a:spLocks/>
          </p:cNvSpPr>
          <p:nvPr/>
        </p:nvSpPr>
        <p:spPr>
          <a:xfrm>
            <a:off x="341050" y="485396"/>
            <a:ext cx="4195439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Choose a section Load Sample populates form with sample data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Save to File brings up a dialog.  The FHIR option starts a </a:t>
            </a:r>
            <a:r>
              <a:rPr lang="en-GB" sz="1400"/>
              <a:t>pipeline running </a:t>
            </a:r>
            <a:endParaRPr lang="en-GB" sz="1400" dirty="0"/>
          </a:p>
          <a:p>
            <a:pPr marL="0" indent="0">
              <a:buNone/>
            </a:pPr>
            <a:r>
              <a:rPr lang="en-GB" sz="1400" dirty="0"/>
              <a:t>If the pipeline ends in  success there will be files in the build section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>
                <a:solidFill>
                  <a:srgbClr val="FF0000"/>
                </a:solidFill>
              </a:rPr>
              <a:t>Files sent to Sushi Runner and to Build are cumulative so you can build a bundle of everything.  If you don’t want that clear them before the next Save to </a:t>
            </a:r>
            <a:r>
              <a:rPr lang="en-GB" sz="1400" dirty="0" err="1">
                <a:solidFill>
                  <a:srgbClr val="FF0000"/>
                </a:solidFill>
              </a:rPr>
              <a:t>FIle</a:t>
            </a:r>
            <a:endParaRPr lang="en-GB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BF4202-B5BB-70DB-3327-1420AE9B7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40676"/>
            <a:ext cx="2459761" cy="199311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957888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13BC88-0B6E-B802-8F56-97C53CFB2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904" y="277470"/>
            <a:ext cx="7188569" cy="434997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121FE7-FB09-025E-3C80-0A6AADE8E68D}"/>
              </a:ext>
            </a:extLst>
          </p:cNvPr>
          <p:cNvSpPr txBox="1">
            <a:spLocks/>
          </p:cNvSpPr>
          <p:nvPr/>
        </p:nvSpPr>
        <p:spPr>
          <a:xfrm>
            <a:off x="341050" y="485396"/>
            <a:ext cx="3494103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Generates Bundle and To Server do what they say</a:t>
            </a:r>
          </a:p>
          <a:p>
            <a:pPr marL="0" indent="0">
              <a:buNone/>
            </a:pPr>
            <a:r>
              <a:rPr lang="en-GB" sz="1400" dirty="0"/>
              <a:t>The resources created by the bundle are as listed – in the example a composition and 4 groups</a:t>
            </a:r>
          </a:p>
          <a:p>
            <a:pPr marL="0" indent="0">
              <a:buNone/>
            </a:pPr>
            <a:r>
              <a:rPr lang="en-GB" sz="1400" dirty="0"/>
              <a:t>If the load to server fails currently you have to use Postman to work out why.</a:t>
            </a:r>
          </a:p>
          <a:p>
            <a:pPr marL="0" indent="0"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43902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6C9D-7EFB-1B9E-6E30-4EB93F93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6EC5DB-A7B5-8C3B-3FE6-9C3FF33B3582}"/>
              </a:ext>
            </a:extLst>
          </p:cNvPr>
          <p:cNvSpPr txBox="1">
            <a:spLocks/>
          </p:cNvSpPr>
          <p:nvPr/>
        </p:nvSpPr>
        <p:spPr>
          <a:xfrm>
            <a:off x="341050" y="485396"/>
            <a:ext cx="11057878" cy="10681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Browse Resources shows what is on the server.</a:t>
            </a:r>
          </a:p>
          <a:p>
            <a:pPr marL="0" indent="0">
              <a:buNone/>
            </a:pPr>
            <a:r>
              <a:rPr lang="en-GB" sz="1400" dirty="0"/>
              <a:t>Resources are most recent first</a:t>
            </a:r>
          </a:p>
          <a:p>
            <a:pPr marL="0" indent="0">
              <a:buNone/>
            </a:pPr>
            <a:r>
              <a:rPr lang="en-GB" sz="1400" dirty="0"/>
              <a:t>The JSON view is at the bottom of the display – scroll down to get it. </a:t>
            </a:r>
            <a:r>
              <a:rPr lang="en-GB" sz="1400" dirty="0" err="1"/>
              <a:t>Vhewer</a:t>
            </a:r>
            <a:r>
              <a:rPr lang="en-GB" sz="1400" dirty="0"/>
              <a:t> is in a separate window</a:t>
            </a:r>
          </a:p>
          <a:p>
            <a:pPr marL="0" indent="0">
              <a:buNone/>
            </a:pPr>
            <a:endParaRPr lang="en-GB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10BF40-1797-62DC-5B97-B1FB72DE0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3" y="1850961"/>
            <a:ext cx="11925913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4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152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Hugh Glover</dc:creator>
  <cp:lastModifiedBy>Hugh Glover</cp:lastModifiedBy>
  <cp:revision>1</cp:revision>
  <dcterms:created xsi:type="dcterms:W3CDTF">2026-10-16T07:35:42Z</dcterms:created>
  <dcterms:modified xsi:type="dcterms:W3CDTF">2026-10-16T08:37:02Z</dcterms:modified>
</cp:coreProperties>
</file>